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jp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5.jp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7.jp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8.jp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9.jp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jpg"/><Relationship Id="rId2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jpg"/><Relationship Id="rId2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jpg"/><Relationship Id="rId2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jp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FI">
  <a:themeElements>
    <a:clrScheme name="CFI">
      <a:dk1>
        <a:srgbClr val="000000"/>
      </a:dk1>
      <a:lt1>
        <a:srgbClr val="FFFFFF"/>
      </a:lt1>
      <a:dk2>
        <a:srgbClr val="1F1B16"/>
      </a:dk2>
      <a:lt2>
        <a:srgbClr val="EEE6D8"/>
      </a:lt2>
      <a:accent1>
        <a:srgbClr val="B8754A"/>
      </a:accent1>
      <a:accent2>
        <a:srgbClr val="7A5536"/>
      </a:accent2>
      <a:accent3>
        <a:srgbClr val="D8B487"/>
      </a:accent3>
      <a:accent4>
        <a:srgbClr val="4A2A17"/>
      </a:accent4>
      <a:accent5>
        <a:srgbClr val="FFFFFF"/>
      </a:accent5>
      <a:accent6>
        <a:srgbClr val="000000"/>
      </a:accent6>
      <a:hlink>
        <a:srgbClr val="0563C1"/>
      </a:hlink>
      <a:folHlink>
        <a:srgbClr val="954F72"/>
      </a:folHlink>
    </a:clrScheme>
    <a:fontScheme name="CFI">
      <a:majorFont>
        <a:latin typeface="Georgia"/>
      </a:majorFont>
      <a:minorFont>
        <a:latin typeface="Arial"/>
      </a:minorFont>
    </a:fontScheme>
    <a:fmtScheme name="CFI">
      <a:fillStyleLst>
        <a:solidFill>
          <a:schemeClr val="phClr"/>
        </a:solidFill>
        <a:gradFill/>
        <a:gradFill/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13</Slides>
  <Notes>0</Notes>
  <HiddenSlides>0</HiddenSlides>
  <ScaleCrop>false</ScaleCrop>
  <Company>CFI Hotels Group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CFI Hotels Group - potencjal MICE</dc:title>
  <dc:creator>Codex</dc:creator>
  <cp:lastModifiedBy>Codex</cp:lastModifiedBy>
  <dcterms:created xsi:type="dcterms:W3CDTF">2026-06-17T09:51:25Z</dcterms:created>
  <dcterms:modified xsi:type="dcterms:W3CDTF">2026-06-17T09:51:25Z</dcterms:modified>
</cp:coreProperties>
</file>